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meter at the door. 48,000 units a month, unattributed. Sub-metering all thirty costs six lakh plus panel downtime, so nobody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clamp, fifteen hundred rupees, clipped around one cable. It is non-contact — the jaw closes around insulated wire, nothing is ever touched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line is what the meter gives you. Bottom is the same seconds split by machine. A spike up top always has a named cause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See, save, shift. The middle one matters most — energy drift finds a failing machine without a vibration sensor, which is what every competitor sells.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Indian HT tariffs bill on the highest fifteen-minute demand of the month, and charge more in peak slabs. Both are schedulable. The DISCOM penalty is the trigger that makes someone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slide. Volunteering that it has never run in a live factory scores better than being caught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4D4D4D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01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ONE METER.</a:t>
            </a:r>
            <a:endParaRPr lang="en-US" sz="6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THIRTY MACHINES.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2B2B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small Indian factory has one electricity meter, at the door. It reports that the plant burned 48,000 units last month. It cannot say which machine burned them — so the waste has nowhere to be found.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27249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₹6,00,000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to sub-meter all thirty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2724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48,000 kWh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burned last month, unattributed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solidFill>
            <a:srgbClr val="F05A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41696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 only measurement point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" y="4425696"/>
            <a:ext cx="27432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809744"/>
            <a:ext cx="10332720" cy="274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06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748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91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633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7076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518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960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403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4845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9288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730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615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057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942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384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9269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712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8154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596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039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1481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59240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3664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48088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92512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36936" y="4837176"/>
            <a:ext cx="274320" cy="420624"/>
          </a:xfrm>
          <a:prstGeom prst="rect">
            <a:avLst/>
          </a:prstGeom>
          <a:solidFill>
            <a:srgbClr val="272727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4681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thirty machines, one measurement point — 35–40% of India’s industrial energy runs unmeasured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 idea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B2B2B2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02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6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ONE CLAMP.</a:t>
            </a:r>
            <a:endParaRPr lang="en-US" sz="5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6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EVERY MACHINE.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70048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 clip one split-core current transformer around the incoming cable and recover what every machine behind it is drawing — second by second — from that single signal. No rewiring. No meter per machine. Nothing stops.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A24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₹1,500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onemeter, one clamp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4069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trike="sngStrike" dirty="0">
                <a:solidFill>
                  <a:srgbClr val="CFCFC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₹6,00,000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sub-metering thirty machines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0F0E12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 min install   ·   no production stoppage</a:t>
            </a:r>
            <a:endParaRPr lang="en-US" sz="1100" dirty="0"/>
          </a:p>
        </p:txBody>
      </p:sp>
      <p:pic>
        <p:nvPicPr>
          <p:cNvPr id="11" name="Image 0" descr="shot_cl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868680"/>
            <a:ext cx="4434840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what you see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B2B2B2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03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1323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THE SAME SECOND, READ TWO WAYS</a:t>
            </a:r>
            <a:endParaRPr lang="en-US" sz="4000" dirty="0"/>
          </a:p>
        </p:txBody>
      </p:sp>
      <p:pic>
        <p:nvPicPr>
          <p:cNvPr id="5" name="Image 0" descr="shot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64240" cy="43251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97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above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17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channel — what the utility meter records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270248" y="5897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below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70248" y="6117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six machines, from that one channel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991856" y="5897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 spike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91856" y="6117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75.8 kW — furnace and compressor, overlapping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what you do with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B2B2B2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04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13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SEE. SAVE. SHIFT.</a:t>
            </a:r>
            <a:endParaRPr lang="en-US" sz="4000" dirty="0"/>
          </a:p>
        </p:txBody>
      </p:sp>
      <p:pic>
        <p:nvPicPr>
          <p:cNvPr id="5" name="Image 0" descr="shot_de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0142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44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plant owner on the desktop · supervisor pushed the compressor alert on the floor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1655064"/>
            <a:ext cx="128016" cy="128016"/>
          </a:xfrm>
          <a:prstGeom prst="rect">
            <a:avLst/>
          </a:prstGeom>
          <a:solidFill>
            <a:srgbClr val="F05A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36992" y="15453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SEE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936992" y="19568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Per-machine kWh from one sensor. The first time anyone in the building knows where the bill goes.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3044952"/>
            <a:ext cx="128016" cy="128016"/>
          </a:xfrm>
          <a:prstGeom prst="rect">
            <a:avLst/>
          </a:prstGeom>
          <a:solidFill>
            <a:srgbClr val="F05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36992" y="2935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SAVE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34670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kWh per unit of output, baselined. When it drifts up, the machine is degrading and wasting at once — caught with no second sensor on 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4434840"/>
            <a:ext cx="128016" cy="128016"/>
          </a:xfrm>
          <a:prstGeom prst="rect">
            <a:avLst/>
          </a:prstGeom>
          <a:solidFill>
            <a:srgbClr val="F05A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6992" y="4325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SHIFT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473659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Reschedule the deferrable load around maximum-demand penalties and time-of-day slabs.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 money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B2B2B2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05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1323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THE MONEY IS ON THE BILL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950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7F7F7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msedcl ht-i  ·  demand charge on max 15-min kVA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5A24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₹4.68 L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recoverable per year, modelled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1554480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78.4 kVA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270248" y="24688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max demand against a 75 kVA contract — every month, a penalty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91856" y="1554480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0E12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₹31,400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991856" y="24688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 month from rescheduling alone, before a single repair</a:t>
            </a:r>
            <a:endParaRPr lang="en-US" sz="1200" dirty="0"/>
          </a:p>
        </p:txBody>
      </p:sp>
      <p:pic>
        <p:nvPicPr>
          <p:cNvPr id="12" name="Image 0" descr="shot_s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82112"/>
            <a:ext cx="1106424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why schneider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365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4D4D4D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06 /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WE DON’T COMPETE</a:t>
            </a:r>
            <a:endParaRPr lang="en-US" sz="4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WITH ECOSTRUXURE.</a:t>
            </a:r>
            <a:endParaRPr lang="en-US" sz="4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WE FEED IT.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10128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2B2B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Schneider sells a meter, then sells software on top of it. We sell one meter into a market that cannot afford thirty — then tell that customer exactly which three machines are worth a real PowerLogic. It is a lead-generation layer for hardware Schneider already makes, reaching a segment its own economics cannot.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932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05A2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what is actually proven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444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VALIDATED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81051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2B2B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 HIPE — real measured data from a production plant, with per-machine ground truth. Not a simulation.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7980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NOT YET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2B2B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run in a live factory. We are saying so before you ask.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41513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IN Condensed" pitchFamily="34" charset="0"/>
                <a:ea typeface="DIN Condensed" pitchFamily="34" charset="-122"/>
                <a:cs typeface="DIN Condensed" pitchFamily="34" charset="-120"/>
              </a:rPr>
              <a:t>NEXT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51713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2B2B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pilot shop, and the F1 score on its first week.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11064240" cy="18288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FFFFF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1234620.github.io/onemeter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6126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4D4D4D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yuva yodha 2026  ·  smart manufacturing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OneMeter</dc:title>
  <dc:subject>PptxGenJS Presentation</dc:subject>
  <dc:creator>OneMeter</dc:creator>
  <cp:lastModifiedBy>OneMeter</cp:lastModifiedBy>
  <cp:revision>1</cp:revision>
  <dcterms:created xsi:type="dcterms:W3CDTF">2026-09-16T06:31:03Z</dcterms:created>
  <dcterms:modified xsi:type="dcterms:W3CDTF">2026-09-16T06:31:03Z</dcterms:modified>
</cp:coreProperties>
</file>